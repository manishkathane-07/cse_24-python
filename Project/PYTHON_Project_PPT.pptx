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gQfp6b7fuiau/MSu/auV03Rhng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 Expense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TRACKER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3200400" y="3108960"/>
            <a:ext cx="2743200" cy="457200"/>
          </a:xfrm>
          <a:prstGeom prst="roundRect">
            <a:avLst>
              <a:gd fmla="val 16667" name="adj"/>
            </a:avLst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200400" y="3108950"/>
            <a:ext cx="2672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Manish Kathane ||CS24091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 Smart • Visualize Better • Save More 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/>
          <p:nvPr/>
        </p:nvSpPr>
        <p:spPr>
          <a:xfrm>
            <a:off x="731520" y="457200"/>
            <a:ext cx="7680960" cy="640080"/>
          </a:xfrm>
          <a:prstGeom prst="roundRect">
            <a:avLst>
              <a:gd fmla="val 1666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31520" y="475488"/>
            <a:ext cx="7680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PROJECT OVERVIEW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097280" y="1371600"/>
            <a:ext cx="69494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097280" y="1371600"/>
            <a:ext cx="137160" cy="1097280"/>
          </a:xfrm>
          <a:prstGeom prst="roundRect">
            <a:avLst>
              <a:gd fmla="val 16667" name="adj"/>
            </a:avLst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371600" y="15087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💡 What is it?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371600" y="184708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powerful Python application designed for Indian users to effortlessly track expenses, analyze spending patterns, and make smarter financial decisions.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1097280" y="2633472"/>
            <a:ext cx="69494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97280" y="2633472"/>
            <a:ext cx="137160" cy="1097280"/>
          </a:xfrm>
          <a:prstGeom prst="roundRect">
            <a:avLst>
              <a:gd fmla="val 16667" name="adj"/>
            </a:avLst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371600" y="277063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⚡ Why Choose It?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371600" y="3108960"/>
            <a:ext cx="64008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Built with cutting-edge visualization libraries (Matplotlib &amp; Seaborn), offering beautiful charts, and secure local data storage.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097280" y="3895344"/>
            <a:ext cx="694944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1097280" y="3895344"/>
            <a:ext cx="137160" cy="1097280"/>
          </a:xfrm>
          <a:prstGeom prst="roundRect">
            <a:avLst>
              <a:gd fmla="val 16667" name="adj"/>
            </a:avLst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371600" y="403250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🎯 Key Highlights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371600" y="4370831"/>
            <a:ext cx="6400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Monthly reports • Pie &amp; bar charts • JSON storage • Safety features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800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731520" y="365760"/>
            <a:ext cx="7680960" cy="640080"/>
          </a:xfrm>
          <a:prstGeom prst="roundRect">
            <a:avLst>
              <a:gd fmla="val 16667" name="adj"/>
            </a:avLst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731520" y="384048"/>
            <a:ext cx="7680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🏪 INDIAN EXPENSE CATEGORIES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914400" y="1280160"/>
            <a:ext cx="21945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895111" y="1250750"/>
            <a:ext cx="79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🍔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417320" y="13898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Food &amp; Groceries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05840" y="1691639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Swiggy • Zomato • BigBasket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3337560" y="1280160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3373613" y="1269021"/>
            <a:ext cx="79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🚗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3840480" y="13898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Transportation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3429000" y="1691639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Ola • Uber • Metro • Petrol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760720" y="1280160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760775" y="1306600"/>
            <a:ext cx="107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🏠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6263640" y="13898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AB308"/>
                </a:solidFill>
                <a:latin typeface="Calibri"/>
                <a:ea typeface="Calibri"/>
                <a:cs typeface="Calibri"/>
                <a:sym typeface="Calibri"/>
              </a:rPr>
              <a:t>Rent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5852159" y="1691639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House • PG • Accommodation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914400" y="2148839"/>
            <a:ext cx="21945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860600" y="2134138"/>
            <a:ext cx="865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417320" y="22585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Utilities &amp; Bills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005840" y="25603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Electricity • Water • Gas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3337560" y="2148839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3276775" y="2143277"/>
            <a:ext cx="67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3840480" y="22585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Mobile &amp; Internet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3429000" y="25603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Jio • Airtel • Broadband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5760720" y="2148839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5760767" y="2162065"/>
            <a:ext cx="67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🛍️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6263640" y="225856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Shopping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5852159" y="25603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Myntra • Flipkart • Malls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914400" y="3017520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895108" y="3010163"/>
            <a:ext cx="67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🎬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1417320" y="3127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Entertainment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1005840" y="34290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Movies • Netflix • Cricket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3337560" y="3017520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3373613" y="3075951"/>
            <a:ext cx="67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💊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3840480" y="3127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3429000" y="34290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Pharmacy • Gym • Doctor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5760720" y="3017520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5760714" y="3017551"/>
            <a:ext cx="79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6263640" y="312724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5852159" y="34290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Fees • Tuition • Courses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914400" y="3886200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895112" y="3871475"/>
            <a:ext cx="796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💇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1417320" y="399592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Personal Care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1005840" y="42976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Salon • Spa • Grooming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3337560" y="3886200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17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3373625" y="3840450"/>
            <a:ext cx="67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3840480" y="399592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3429000" y="429768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Donations • Miscellaneous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POWERFUL FEATURES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243735" y="1257310"/>
            <a:ext cx="2560200" cy="1280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381045" y="1348739"/>
            <a:ext cx="45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380795" y="1827031"/>
            <a:ext cx="228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Add Expenses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380795" y="2099364"/>
            <a:ext cx="2286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Quick entry with amount, category, date &amp; description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367999" y="1257297"/>
            <a:ext cx="2560200" cy="1280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254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3505221" y="1348739"/>
            <a:ext cx="45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👀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3505096" y="1783069"/>
            <a:ext cx="228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View Records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3505096" y="2099364"/>
            <a:ext cx="2286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Filter by month, year, or view complete history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6492240" y="128016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6629400" y="1371603"/>
            <a:ext cx="45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6629400" y="1874519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Visual Reports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6629400" y="2148839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Beautiful pie charts &amp; bar graphs for insights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243673" y="2788845"/>
            <a:ext cx="2560200" cy="1280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254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 txBox="1"/>
          <p:nvPr/>
        </p:nvSpPr>
        <p:spPr>
          <a:xfrm>
            <a:off x="381045" y="2880375"/>
            <a:ext cx="45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380745" y="3383279"/>
            <a:ext cx="228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Data Safety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457195" y="3657600"/>
            <a:ext cx="2286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Secure JSON storage with auto-save protection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3436537" y="2788845"/>
            <a:ext cx="2560200" cy="1280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254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3505221" y="2787588"/>
            <a:ext cx="45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3505071" y="3383279"/>
            <a:ext cx="228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3573646" y="3657625"/>
            <a:ext cx="22860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Monthly trends, category breakdowns &amp; statistics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6492240" y="278892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6629400" y="2880363"/>
            <a:ext cx="457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🗑️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6629400" y="3383279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Clear Data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6629400" y="365760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Safe deletion with multi-step confirmation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5"/>
          <p:cNvSpPr/>
          <p:nvPr/>
        </p:nvSpPr>
        <p:spPr>
          <a:xfrm>
            <a:off x="731520" y="365760"/>
            <a:ext cx="7680960" cy="64008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731520" y="384048"/>
            <a:ext cx="7680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TECHNOLOGY STACK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1371600" y="1371600"/>
            <a:ext cx="6400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371600" y="1371600"/>
            <a:ext cx="109728" cy="640080"/>
          </a:xfrm>
          <a:prstGeom prst="roundRect">
            <a:avLst>
              <a:gd fmla="val 16667" name="adj"/>
            </a:avLst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1600200" y="148132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🐍 Python 3.7+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1600200" y="175564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Core programming language for backend logic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1371600" y="2148840"/>
            <a:ext cx="6400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371600" y="2148840"/>
            <a:ext cx="109728" cy="640080"/>
          </a:xfrm>
          <a:prstGeom prst="roundRect">
            <a:avLst>
              <a:gd fmla="val 16667" name="adj"/>
            </a:avLst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1600200" y="225856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📊 Matplotlib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1600200" y="253288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Powerful charting library for visualizations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1371600" y="2926080"/>
            <a:ext cx="6400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371600" y="2926080"/>
            <a:ext cx="109728" cy="640080"/>
          </a:xfrm>
          <a:prstGeom prst="roundRect">
            <a:avLst>
              <a:gd fmla="val 16667" name="adj"/>
            </a:avLst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1600200" y="303580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🎨 Seaborn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1600200" y="331012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Statistical graphics and beautiful plots</a:t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1371600" y="3703320"/>
            <a:ext cx="6400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371600" y="3703320"/>
            <a:ext cx="109728" cy="640080"/>
          </a:xfrm>
          <a:prstGeom prst="roundRect">
            <a:avLst>
              <a:gd fmla="val 16667" name="adj"/>
            </a:avLst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1600200" y="381304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💾 JSON Storage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1600200" y="408736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Lightweight data persistence &amp; portability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1371600" y="4480560"/>
            <a:ext cx="6400800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1371600" y="4480560"/>
            <a:ext cx="109728" cy="640080"/>
          </a:xfrm>
          <a:prstGeom prst="roundRect">
            <a:avLst>
              <a:gd fmla="val 16667" name="adj"/>
            </a:avLst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1600200" y="4590288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💻 VS Code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1600200" y="486460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Modern development environment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🎮 INTERACTIVE MENU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1371600" y="1188720"/>
            <a:ext cx="6400800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645920" y="1371600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1828800" y="138988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1️⃣ Add Expense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1645920" y="1755648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1828800" y="177393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2️⃣ View All Expenses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1645920" y="2139696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1828800" y="2157984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3️⃣ View Monthly Expenses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1645920" y="2523744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1828800" y="2542032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4️⃣ Generate Monthly Report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1645920" y="2907791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1828800" y="2926079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5️⃣ Generate Bar Chart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1645920" y="3291840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1828800" y="331012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6️⃣ Generate Pie Chart</a:t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1645920" y="3675887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1828800" y="3694175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7️⃣ Clear All Data ⚠️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1645920" y="4059935"/>
            <a:ext cx="5852160" cy="32918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1828800" y="4078223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8️⃣ Exit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/>
          <p:nvPr/>
        </p:nvSpPr>
        <p:spPr>
          <a:xfrm>
            <a:off x="-457200" y="-274320"/>
            <a:ext cx="1371600" cy="137160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1371600" y="182880"/>
            <a:ext cx="1371600" cy="137160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200400" y="640080"/>
            <a:ext cx="1371600" cy="137160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029200" y="1097280"/>
            <a:ext cx="1371600" cy="137160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858000" y="1554480"/>
            <a:ext cx="1371600" cy="137160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560150" y="195500"/>
            <a:ext cx="8229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Your Financial Journey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457200" y="1724175"/>
            <a:ext cx="5570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TODAY! 🚀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1371600" y="2560320"/>
            <a:ext cx="228600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1445125" y="3305375"/>
            <a:ext cx="20595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Indian Categories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023360" y="2560320"/>
            <a:ext cx="228600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4023360" y="2560325"/>
            <a:ext cx="2286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A855F7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4023360" y="3305364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Data Security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675120" y="2560320"/>
            <a:ext cx="228600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6675095" y="2640075"/>
            <a:ext cx="2286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6675095" y="3305364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Forever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Made in India 🇮🇳 • Track Smart • Save More 💰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1371575" y="2640075"/>
            <a:ext cx="2286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